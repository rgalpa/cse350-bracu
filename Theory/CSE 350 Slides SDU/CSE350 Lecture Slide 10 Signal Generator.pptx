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302" r:id="rId4"/>
    <p:sldId id="281" r:id="rId5"/>
    <p:sldId id="282" r:id="rId6"/>
    <p:sldId id="283" r:id="rId7"/>
    <p:sldId id="284" r:id="rId8"/>
    <p:sldId id="303" r:id="rId9"/>
    <p:sldId id="289" r:id="rId10"/>
    <p:sldId id="290" r:id="rId11"/>
    <p:sldId id="291" r:id="rId12"/>
    <p:sldId id="294" r:id="rId13"/>
    <p:sldId id="292" r:id="rId14"/>
    <p:sldId id="295" r:id="rId15"/>
    <p:sldId id="293" r:id="rId16"/>
    <p:sldId id="296" r:id="rId17"/>
    <p:sldId id="297" r:id="rId18"/>
    <p:sldId id="305" r:id="rId19"/>
    <p:sldId id="298" r:id="rId20"/>
    <p:sldId id="301" r:id="rId21"/>
    <p:sldId id="299" r:id="rId22"/>
    <p:sldId id="300" r:id="rId23"/>
    <p:sldId id="30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eI/Gh8udpzYH683TQTOOwqcs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784C28-ED34-6345-BF66-3697E911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1ADA2FC-2628-44F2-5051-5596BB717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B6E419-8A84-E8B4-FA41-C18E2C136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471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DCBF6D9-6B71-1E06-516F-82385FE5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0DF4D6D-D6B8-36A5-FC59-E008F2114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DACFE5A7-3D3D-0C57-BD67-FE2F1FAF5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9234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CDFFCA3-E8AB-E7B5-82F0-3E6632ED3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CF38A8B-F894-5F1C-E346-B5A216F9A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ED57035-46F9-1BBC-8520-DD9752C11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7870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0AA5DE-4A9D-FF6C-D7B0-F39F9117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5AC9439-0963-1838-C36C-AA44E7C20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B4CF857-E827-C628-9DB6-E8CE03E9C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602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30511E9-B7EF-1497-8CEA-EA1FB55E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0F3B346-0AD8-AF6B-033E-52CCD6CD8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22DC681D-D50E-40B8-6BAB-716D96D9D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0940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248D0FE-EAFD-9FAF-93B0-45F25FDC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5A57AF0-8EEC-7208-AA29-3B4D4EC42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68D154-0F0A-1859-3147-546FC21F0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0192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248D0FE-EAFD-9FAF-93B0-45F25FDC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5A57AF0-8EEC-7208-AA29-3B4D4EC42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68D154-0F0A-1859-3147-546FC21F0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4386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69DEBD9-19B7-DA6F-B5A2-C43C4B8A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02074FF-7BFD-3643-F470-74390C7CC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D51F907-61DF-91F7-E1FA-266C20953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8350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4419E0A-C959-2B2E-AC7C-3AB7E9EB5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80690DB-E7D0-65DA-94BB-D02D3FFCA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9426769-776A-43FC-0839-3733D452D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9015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8F765A9-1A5C-A5F8-5BDA-FA905465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58774B3-D090-CB63-A6B2-AA2E3D786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08A8655-F69B-CAF7-9064-0EFD0FE9B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1001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E6983E4-14AF-D523-12EA-3F3F2D8B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854C52F-5367-165D-ED47-9F89E4E33F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45C3764-3E96-EF32-E6F9-8EA485816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391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8D37BE7-D5F7-ADA5-501C-7D36EC0D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DB41ACC-1A5E-5F54-53D6-DF5C221FC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3CAC421-A37E-C8C7-DADB-88C9E7AD0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8043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A2E4A5B-7A91-02A3-77C5-2AFF0245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E6FA99C-E427-E650-D402-C47209466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0014A46-BE26-52F7-53B5-A55D1B4B3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506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8299886-7549-E73D-A1B1-63BFD657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B8CE880-3E4E-7D4D-1E25-211165395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9BD272D-09A9-532C-0BD3-FF7A63118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3064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EFA08E8-CA9D-C6FA-21F3-8678BB2A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42121AB-2B02-CEBA-A07A-CB9CC132C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266B989-8390-200D-6163-E3F0973EC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3850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9443A3-0D9B-388D-9384-490AEBB3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D1CE3BE-A44E-4807-C6C6-83B7C016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960EF63-E482-1496-9876-378600A06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3198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9443A3-0D9B-388D-9384-490AEBB3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D1CE3BE-A44E-4807-C6C6-83B7C016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960EF63-E482-1496-9876-378600A06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396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D3987C-3A17-DE59-65D3-EFBA9FA2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ADE2707-BC78-ADF1-C2F2-F7BF9AF02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C8763BA-D8AF-7542-DC79-F87ACDE1F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1226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D3987C-3A17-DE59-65D3-EFBA9FA2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ADE2707-BC78-ADF1-C2F2-F7BF9AF02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C8763BA-D8AF-7542-DC79-F87ACDE1F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317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C9D68F7-02C3-CAAC-4BEF-E4CB8672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534C49E-D112-5C36-DE6A-A7B88A3EF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063D9A85-D7E6-3CCD-40E1-5777AA2DF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014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5EABA52-1A2E-8E10-351C-47CB372A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705A91-6E73-C7B6-F63D-0A37CE0A0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98CB99E-6625-91FC-7312-54029D873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0787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5EABA52-1A2E-8E10-351C-47CB372A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705A91-6E73-C7B6-F63D-0A37CE0A0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98CB99E-6625-91FC-7312-54029D873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435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0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4N139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3397045" y="2526891"/>
            <a:ext cx="773307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Signal Generator: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Square Wave and Triangular Wave</a:t>
            </a:r>
            <a:endParaRPr dirty="0"/>
          </a:p>
        </p:txBody>
      </p:sp>
      <p:sp>
        <p:nvSpPr>
          <p:cNvPr id="90" name="Google Shape;90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0052ADA-7649-0BAA-A726-CFC4B3E5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03E5250-632F-C84F-F888-0D9B51CB3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Signal Generator 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8A90BB8-B40F-CB4F-EAE2-78B7099FED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40B5663-3C42-E414-BFE5-A69529824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209711-03F2-A200-124D-36C23E1095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F60FFBCC-CFF4-C997-D592-4128102A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We will study two types of signal generator</a:t>
            </a:r>
          </a:p>
          <a:p>
            <a:pPr marL="685800" lvl="0" indent="-571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AutoNum type="romanLcPeriod"/>
            </a:pPr>
            <a:r>
              <a:rPr lang="en-US" dirty="0"/>
              <a:t>Square wave generator</a:t>
            </a:r>
          </a:p>
          <a:p>
            <a:pPr marL="685800" lvl="0" indent="-571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AutoNum type="romanLcPeriod"/>
            </a:pPr>
            <a:r>
              <a:rPr lang="en-US" dirty="0"/>
              <a:t>Triangular wave generator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72328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EFD9203-6B44-63F9-3270-90875307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F8504FE-1D49-654C-AD0E-F4FF4F9D9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RC circuit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E130F69-C923-C065-4964-8D1708E961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41D9F5E-DAF8-F3C6-61BA-6C9C7F2F00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0CE0B30-CFC4-5284-A2A6-5D01B4FA44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3052B6-EEAA-4431-4C2E-520AC8B22D3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377145" cy="4741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know for capacitor,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From the circuit,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/>
                  <a:t> Here, time constant,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3052B6-EEAA-4431-4C2E-520AC8B22D3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377145" cy="4741750"/>
              </a:xfrm>
              <a:prstGeom prst="rect">
                <a:avLst/>
              </a:prstGeom>
              <a:blipFill>
                <a:blip r:embed="rId4"/>
                <a:stretch>
                  <a:fillRect l="-83" b="-33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711" y="969408"/>
            <a:ext cx="4488993" cy="462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310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BCE77B9-8E19-38C7-0F71-89E72EFE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4DD2240-59C3-96DD-C784-BEF26F41EB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RC circuit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E530E2D-EA50-A30C-B160-9C7655BDC7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20BDA8B-BA88-9161-4784-43B26281E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7C4B745-E797-D29E-BC53-025F66EA10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013ACF1D-E959-DC10-0264-E41E803341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74320" y="1058125"/>
                <a:ext cx="6952390" cy="4514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simply use this form,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(∞)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013ACF1D-E959-DC10-0264-E41E8033417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4320" y="1058125"/>
                <a:ext cx="6952390" cy="4514082"/>
              </a:xfrm>
              <a:prstGeom prst="rect">
                <a:avLst/>
              </a:prstGeom>
              <a:blipFill>
                <a:blip r:embed="rId4"/>
                <a:stretch>
                  <a:fillRect l="-1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229" y="776659"/>
            <a:ext cx="4339987" cy="447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3687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52C002D-D267-5C15-7471-B6F85E54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61B14AEC-3739-47FF-104B-B8890F21A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E75B50A-5CAF-DBA7-3D22-69F812A947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2063E01-E2B7-4714-86AE-81991022F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1761FA9-E76C-4EF6-97A9-3D65A3ECC2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A6F8B8C-3BD9-990A-967D-B8FBB92DC16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179871"/>
                <a:ext cx="6934693" cy="4757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Here is the square wave generator,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11430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dirty="0"/>
                  <a:t> -------------- (</a:t>
                </a:r>
                <a:r>
                  <a:rPr lang="en-US" dirty="0" err="1"/>
                  <a:t>i</a:t>
                </a:r>
                <a:r>
                  <a:rPr lang="en-US" dirty="0"/>
                  <a:t>)</a:t>
                </a:r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A6F8B8C-3BD9-990A-967D-B8FBB92DC16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179871"/>
                <a:ext cx="6934693" cy="4757941"/>
              </a:xfrm>
              <a:prstGeom prst="rect">
                <a:avLst/>
              </a:prstGeom>
              <a:blipFill>
                <a:blip r:embed="rId4"/>
                <a:stretch>
                  <a:fillRect l="-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3B3199C-E0F2-2D01-FB05-395FA6B68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33693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0972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424D777-FD09-67D4-9BAC-3B3013A2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565A65B-CEBA-1D3E-93F8-200A80426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3AAF0CD-22D9-3690-2CAE-9B1F74DE4DD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AC81067-F968-F0B2-2B0B-063257BC86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C147A43-65E1-1DF2-95E1-ED28C9405F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62B21A-F483-B24B-9697-A1F6A891977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6"/>
                <a:ext cx="6305802" cy="4232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Higher threshold voltage,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Lower threshold voltage,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62B21A-F483-B24B-9697-A1F6A891977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6"/>
                <a:ext cx="6305802" cy="4232838"/>
              </a:xfrm>
              <a:prstGeom prst="rect">
                <a:avLst/>
              </a:prstGeom>
              <a:blipFill>
                <a:blip r:embed="rId4"/>
                <a:stretch>
                  <a:fillRect l="-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54A39AB-10E0-8061-A5F7-77E2A15B3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797" y="771591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9964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10C67FB-9999-38AF-8938-49568ECD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D488A2F-1EE8-3898-8095-3403AE4BF7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EDC16F1-51B3-E5A2-97F9-21CFA4B129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65B5958-3482-3E3B-F051-C4D2986688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E2AB66D-2C00-2D99-2B8A-F4D51BFB62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674E41-47F9-C35D-4092-F4CF7318DC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74" r="7935"/>
          <a:stretch/>
        </p:blipFill>
        <p:spPr>
          <a:xfrm>
            <a:off x="6423339" y="3205740"/>
            <a:ext cx="4374521" cy="3232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4A39AB-10E0-8061-A5F7-77E2A15B3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134" y="1585666"/>
            <a:ext cx="3777495" cy="4154425"/>
          </a:xfrm>
          <a:prstGeom prst="rect">
            <a:avLst/>
          </a:prstGeom>
        </p:spPr>
      </p:pic>
      <p:pic>
        <p:nvPicPr>
          <p:cNvPr id="1026" name="Picture 2" descr="https://lh7-rt.googleusercontent.com/slidesz/AGV_vUc-na9snNLldTI7ydNRW52_YeGBVCSpCndJDx_LjX1HZj0zlB-Esl44TBmCYqCI-xhgSFzvkcUoXWVthWfg7nUwS-mB9W_IlrCT3SZsG3LCzuJxrAIFvhUTX38g0tVAUypOz04tpXUZtBG-TM5viQ=s2048?key=R2CcMOaEihyKyB1cjcF_Z_Gj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5" r="14181"/>
          <a:stretch/>
        </p:blipFill>
        <p:spPr bwMode="auto">
          <a:xfrm>
            <a:off x="7034307" y="246578"/>
            <a:ext cx="2622312" cy="302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34389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10C67FB-9999-38AF-8938-49568ECD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D488A2F-1EE8-3898-8095-3403AE4BF7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EDC16F1-51B3-E5A2-97F9-21CFA4B129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65B5958-3482-3E3B-F051-C4D2986688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E2AB66D-2C00-2D99-2B8A-F4D51BFB62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C45BC21-F53B-8228-9781-30F50EC286B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01: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Initially,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𝑈𝑛𝑡𝑖𝑙𝑙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𝑟𝑒𝑚𝑎𝑖𝑛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But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will change.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C45BC21-F53B-8228-9781-30F50EC286B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3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12936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8F2517E-DFF0-BAB6-946B-5C54C1EE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7A50284-46A4-7415-EA37-9EADB1D34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294A9FC1-805D-6B85-81E0-BA6A8BE75F5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9AD721C-A2BF-C336-D1EE-89DE0FB47E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ABD1ABF-4EB2-36E3-32EF-38DD9C58E6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7110476-96FA-B677-19AB-70449F84B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use eq 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 algn="just">
                  <a:buSzPct val="75630"/>
                  <a:buNone/>
                </a:pPr>
                <a:r>
                  <a:rPr lang="en-US" dirty="0"/>
                  <a:t>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7110476-96FA-B677-19AB-70449F84B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16DB5CB-F4C7-0968-8B0C-FB0F30B66E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005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260594E-F226-C61C-917D-AA11951F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94B0B6F-9C9F-A7F0-7FFB-AF3B6FA14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37227460-3DCB-2131-F035-9F4BE35F3E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5ECD773-FFC7-8517-E501-36552A9380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26B7B7F-B195-AA2D-A3F6-33F89829CE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48853FA-D164-9FF5-1793-5D81C8C3ABF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02: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Initially,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𝑈𝑛𝑡𝑖𝑙𝑙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𝑟𝑒𝑚𝑎𝑖𝑛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But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will change.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48853FA-D164-9FF5-1793-5D81C8C3ABF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31F7F22-7EB7-6B20-8648-9D7637E270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5085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C09561E-4D38-3D1D-E06C-F2A9CF3B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6F8EF2E-B83E-65DC-071C-88FD2380B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3815370-6057-5616-A1D9-B4FCBCE7182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F0D7DF-C71F-D9C7-BBC3-9F39E4D5F7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E7FC472-34B0-06D4-8113-71F01387CA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2CC0ACA-0634-4887-4DAE-824F5824246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use eq 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2CC0ACA-0634-4887-4DAE-824F5824246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D8E8DF7-055D-EC9C-42B5-D41AFB0F4A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30923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C06F16D-FA1B-AB9C-AF81-52B29687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3974522-C6AC-1DF2-F979-C923201D3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 Formulas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F1682AD-CC08-DF47-31A7-0135F0F2C5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9A8B112-D35E-C971-8441-C1FCE3A698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24FC46E-118E-86C1-466B-E8FC92CF24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CBBA368-0A19-67B3-8E29-13CB0F1C7AD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515600" cy="4889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𝐷𝑢𝑡𝑦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𝑐𝑦𝑐𝑙𝑒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∗100%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*100%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CBBA368-0A19-67B3-8E29-13CB0F1C7AD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515600" cy="4889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23811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EAD461D-F2F5-A6F5-F95D-5B8C43F7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6CB1748-3539-CAC0-A89D-4E9C19CA6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B4705CC-FF03-9B1A-6E3E-4384C0FFA83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F16FE77-C7B1-2893-CBA9-9B6F2174AC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11184A5-3874-D274-3495-278281EDF8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857B70-B133-592C-F69C-7079B9BD15B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For  the Schmitt-trigger oscillator the saturation output voltages are +10V and -5V.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. Determine the  frequency of oscillation and duty cycle.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857B70-B133-592C-F69C-7079B9BD15B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20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FBA9E95-6251-BBD4-D702-D7177AF5D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43525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7105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6BD718B-5A1A-493B-288F-DD14A515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AE72907-F24F-1C9B-8E17-5E54403D8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6D47F6C2-637A-A56F-E14D-5EDA4365838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E95EA77-39B5-03CF-4E9D-E744AF7C0A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D4840DD-E461-18BD-DF8C-926A119396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C16977-9E99-8C8F-E144-E0ECC03D69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Find the duty cycle of the oscillator if the power supply of the OP-AMP is symmetrical.      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[ Hints: Symmetrical power supply ]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 ]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C16977-9E99-8C8F-E144-E0ECC03D69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20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DD41DD8-9097-EA80-3652-E65331C02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33693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5472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067C1C9-5224-B6C3-37C7-E8D44008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D8F7925E-FDC2-FC69-6A8F-CB34A7B536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5D2451D-333F-AFCD-9C99-00816B16C44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059B5AA-AAD4-A54B-D16D-CD9A3CC6E4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D0D84A15-345F-02A8-D883-78EDF5F2C3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4E2F6938-9D11-DAC8-5E8E-BE30A1349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6062733" cy="406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Here is the circuit of the triangular wave generator.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AA91C-48B6-85C5-E105-CAA9BA6BC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95" y="2237667"/>
            <a:ext cx="6597305" cy="368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12974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292D336-AE54-878C-607A-8D640B89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FA6F56DE-22C8-A26E-18A4-BDFB73ECC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Integrator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D98445D-ADEA-203D-2BC5-EBE50E50F9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D1FA1A5-3E63-085D-45C9-3C0127D37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21932E2-FFBE-5748-5BEF-6A7687B1EB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70E32C6-6250-3221-2FD5-A5DA48C7669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is a constant voltage.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𝑛𝑛𝑖𝑡𝑎𝑙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70E32C6-6250-3221-2FD5-A5DA48C7669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CB3EFD9-168E-3F36-7243-2627E8BB2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144" y="998409"/>
            <a:ext cx="462027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77900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43AA378-358C-8E89-7568-5DBE3081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FB91FB4-A64D-4B9D-0BE1-64FEC20A2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C7F9854-CF65-E080-5FFD-81F76FB888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9A6623A-0D10-F893-0446-0F8C588041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3E96872-9178-9A03-B601-9DA5CFAEBB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9176A-B941-5264-327A-561CD9A49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818" y="2846187"/>
            <a:ext cx="4225636" cy="3829249"/>
          </a:xfrm>
          <a:prstGeom prst="rect">
            <a:avLst/>
          </a:prstGeom>
        </p:spPr>
      </p:pic>
      <p:pic>
        <p:nvPicPr>
          <p:cNvPr id="2050" name="Picture 2" descr="https://lh7-rt.googleusercontent.com/slidesz/AGV_vUfkfj9V3mDyxLy3BG7pUJNXU8Q9lUFu-Dg4Dh4Fjm17UN6QzBpETNAHb9YIqckWpN7xJcjX-dtjYXYaThDlwsmBgNDKs1ZWvfkhF1nXciZFEuUHdCM_IrCvusbKCeT7dnWJ01Dak0T-HI8Uy_XdUXw=s2048?key=R2CcMOaEihyKyB1cjcF_Z_Gj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837" y="113620"/>
            <a:ext cx="3408218" cy="286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FAA91C-48B6-85C5-E105-CAA9BA6BC9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3440" y="1353808"/>
            <a:ext cx="7253397" cy="40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1908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43AA378-358C-8E89-7568-5DBE3081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FB91FB4-A64D-4B9D-0BE1-64FEC20A2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C7F9854-CF65-E080-5FFD-81F76FB888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9A6623A-0D10-F893-0446-0F8C588041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3E96872-9178-9A03-B601-9DA5CFAEBB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5D9B78A-7477-F38D-BF90-8E8049A0683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𝑝𝑅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5D9B78A-7477-F38D-BF90-8E8049A0683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339176A-B941-5264-327A-561CD9A49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34" y="1334585"/>
            <a:ext cx="4169639" cy="37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88998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1B91661-4F7D-2751-3FB4-966F064E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9EAC832-EF81-DFB2-3173-CDE725E65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8B6DE-7366-F517-053D-654F6575AF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2E5823-0256-8CB6-8D77-E03D53247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8ABCC7A-E2FC-856A-2C1F-5EF122E0A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Similarly,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735ED41-A216-0AE7-84F7-2228574D7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34" y="1334585"/>
            <a:ext cx="4169639" cy="37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77858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1B91661-4F7D-2751-3FB4-966F064E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9EAC832-EF81-DFB2-3173-CDE725E65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Formula of Triangular Wave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8B6DE-7366-F517-053D-654F6575AF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2E5823-0256-8CB6-8D77-E03D53247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8ABCC7A-E2FC-856A-2C1F-5EF122E0A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707627" cy="5021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/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,  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𝑇𝐿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𝐶𝑦𝑐𝑙𝑒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𝑆𝑞𝑢𝑎𝑟𝑒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∗100%</m:t>
                      </m:r>
                    </m:oMath>
                  </m:oMathPara>
                </a14:m>
                <a:endParaRPr lang="en-US" sz="2400" b="0" dirty="0"/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𝐶𝑦𝑐𝑙𝑒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𝑇𝑟𝑖𝑎𝑛𝑔𝑢𝑙𝑎𝑟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∗100%</m:t>
                      </m:r>
                    </m:oMath>
                  </m:oMathPara>
                </a14:m>
                <a:endParaRPr lang="en-US" sz="240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sz="2400" b="0" dirty="0"/>
                  <a:t>Special Case: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707627" cy="5021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735ED41-A216-0AE7-84F7-2228574D7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164" y="1334585"/>
            <a:ext cx="4053409" cy="36731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20145" y="5292436"/>
                <a:ext cx="63730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𝐹𝑎𝑙𝑙𝑖𝑛𝑔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𝑡𝑟𝑖𝑎𝑛𝑔𝑢𝑙𝑎𝑟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𝑤𝑎𝑣𝑒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𝑅𝑖𝑠𝑖𝑛𝑔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𝑡𝑟𝑖𝑎𝑛𝑔𝑢𝑙𝑎𝑟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𝑤𝑎𝑣𝑒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45" y="5292436"/>
                <a:ext cx="6373091" cy="523220"/>
              </a:xfrm>
              <a:prstGeom prst="rect">
                <a:avLst/>
              </a:prstGeom>
              <a:blipFill>
                <a:blip r:embed="rId6"/>
                <a:stretch>
                  <a:fillRect l="-287"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53676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E14EA32-EF89-E9A6-7D2E-0EC4FF40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B6382AB-3754-B498-69A1-BC10AF2BC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E8A8933-B20A-F48C-D6B1-B96E887E21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7B4773-6E5B-87E8-13D7-1CAEA48DCD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008F8D0E-6EB8-F9C3-ED27-43FE520771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2C76DF-E8BE-94B1-9BE4-0890502F4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2696" y="3429000"/>
            <a:ext cx="5673214" cy="3167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BF8BFB-ED4F-0C76-8FAE-F86F0C2876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Answer the following question for the Triangular wave generator.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=15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=−15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a). Draw the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plot with proper labeling.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b.) Draw the VTC of the Schmitt trigger.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c.) Find the frequency, Time period, Duty cycle of the Triangular wave, Duty cycle of the Square wave.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BF8BFB-ED4F-0C76-8FAE-F86F0C287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  <a:blipFill>
                <a:blip r:embed="rId6"/>
                <a:stretch>
                  <a:fillRect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729633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8529314-B60B-8EA1-2FA7-A5EE0BCB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EBF63B0-D1FB-625C-8CD2-D13917317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7A69A30E-C2A0-435C-DBA5-B51ABCECE7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3F4CF9-DAAC-BBB7-C25E-1E4F1CBE4C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7CE5A7-2E79-33B6-69E3-17A5FF3B76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A8088B-3673-800B-DA44-D636EABC6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2696" y="3429000"/>
            <a:ext cx="5673214" cy="3167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49CCBD0-5B03-F105-A9ED-2AC684AE5D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Answer the following question for the Triangular wave generator.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=−12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a). Draw the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plot with proper labeling.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b.) Draw the VTC of the Schmitt trigger.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c.) Find the frequency, Time period, Duty cycle of the Triangular wave, Duty cycle of the Square wave.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49CCBD0-5B03-F105-A9ED-2AC684AE5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  <a:blipFill>
                <a:blip r:embed="rId6"/>
                <a:stretch>
                  <a:fillRect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982331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8529314-B60B-8EA1-2FA7-A5EE0BCB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EBF63B0-D1FB-625C-8CD2-D13917317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7A69A30E-C2A0-435C-DBA5-B51ABCECE7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3F4CF9-DAAC-BBB7-C25E-1E4F1CBE4C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7CE5A7-2E79-33B6-69E3-17A5FF3B76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9CCBD0-5B03-F105-A9ED-2AC684AE5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093918"/>
            <a:ext cx="10852355" cy="43097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waveform of the following circuit and calculate the frequency and duty cycle of triangular wave.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4227" y="1922136"/>
            <a:ext cx="7677464" cy="37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4384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951</Words>
  <Application>Microsoft Office PowerPoint</Application>
  <PresentationFormat>Widescreen</PresentationFormat>
  <Paragraphs>170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Office Theme</vt:lpstr>
      <vt:lpstr>CSE 350 Digital Electronics and Pulse Techniques </vt:lpstr>
      <vt:lpstr>Signal Generator </vt:lpstr>
      <vt:lpstr>Basic RC circuit</vt:lpstr>
      <vt:lpstr>Basic RC circuit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 Formulas</vt:lpstr>
      <vt:lpstr>Exercise:</vt:lpstr>
      <vt:lpstr>Exercise:</vt:lpstr>
      <vt:lpstr>Triangular wave generator</vt:lpstr>
      <vt:lpstr>Integrator</vt:lpstr>
      <vt:lpstr>Triangular</vt:lpstr>
      <vt:lpstr>Triangular</vt:lpstr>
      <vt:lpstr>Triangular</vt:lpstr>
      <vt:lpstr>Formula of Triangular Wave</vt:lpstr>
      <vt:lpstr>Exercise:</vt:lpstr>
      <vt:lpstr>Exercise:</vt:lpstr>
      <vt:lpstr>Exercise: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Shomen Kundu</cp:lastModifiedBy>
  <cp:revision>26</cp:revision>
  <dcterms:created xsi:type="dcterms:W3CDTF">2021-07-10T07:14:46Z</dcterms:created>
  <dcterms:modified xsi:type="dcterms:W3CDTF">2025-07-09T05:48:39Z</dcterms:modified>
</cp:coreProperties>
</file>